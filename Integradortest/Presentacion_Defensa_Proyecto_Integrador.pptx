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F3B57"/>
                </a:solidFill>
              </a:rPr>
              <a:t>Sistema de análisis de evaluaciones emocionales
a partir de registros afectivos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Documentación final del proyecto integrador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Integrantes: [Completar]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Curso: [Completar]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Docente: [Completar]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Fecha: [Completar]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El problema que aborda 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Interpretar el estado emocional de estudiantes a partir de registros afectivos crudos.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Cada registro trae solo dos números (valencia y activación) sin ninguna interpretación.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Los datos llegan con errores: valores faltantes, fuera de rango, texto no numérico, fechas inválidas, duplicados.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Objetivo: limpiar, validar, clasificar emocionalmente y analizar 6.054 registros afectivos.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Uso previsto: apoyar a docentes/tutores en el seguimiento emocional de un curso.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Descripción del dataset — Base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1371600"/>
                <a:gridCol w="301752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Tabla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Campos principales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Finalidad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id_usuario, nombre, edad, genero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Identificar a cada estudiante (30 usuarios)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contextos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id_contexto, origen, actividad, ubicacion, descripcion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Describir la actividad académica (45 contextos)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etiquetas_emocionales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nombre_etiqueta, valencia_min/max, activacion_min/max, cuadrante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id_etiqueta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Definir los rangos de cada emoción (8 etiquetas)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registros_afectivos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id_usuario (FK), id_contexto (FK), fecha_hora, valencia, activacion, comentario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id_registro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Modelo del registro afectivo individual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Descripción del dataset — 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Archivo: registros_afectivos.csv — 6.054 registros.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Campos: id_registro, id_usuario, id_contexto, fecha_hora, valencia, activacion, comentario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Valencia y activación: valores numéricos crudos entre -1.00 y 1.00.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Llega intencionalmente con datos sucios: valores no numéricos, fuera de rango, fechas inválidas, duplicados.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Modelo de datos y relaciones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usuarios (1) — (N) registros_afectivos, vía id_usuario (FK).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contextos (1) — (N) registros_afectivos, vía id_contexto (FK).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etiquetas_emocionales no tiene FK física: se aplica en tiempo de procesamiento, comparando valencia/activación contra sus rangos.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Diseño en 3FN: sin datos repetidos ni dependencias transitivas entre tablas.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La evaluación emocional se calcula después del CSV porque depende de reglas de negocio (rangos) que pueden cambiar sin tocar los datos originales.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Organización modular del programa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carga_base_datos.py — conecta y carga usuarios, contextos y etiquetas.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carga_csv.py — lee el CSV y verifica columnas obligatorias.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sanitacion.py — limpia, convierte y valida cada registro.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procesamiento_emocional.py — calcula intensidad, cuadrante y etiqueta emocional.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generacion_evaluaciones.py — incorpora usuarios y contextos a la evaluación.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analisis_evaluaciones.py — responde las preguntas de análisis.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visualizaciones.py — genera los gráficos del proyecto.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Flujo general del programa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Base de datos + CSV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Carga de datos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Sanitización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Registros válidos / inválidos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Procesamiento emocional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Evaluaciones emocionales enriquecidas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↓  Análisis y visualizaciones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Limpieza y validación de datos —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480560"/>
              </a:tblGrid>
              <a:tr h="80772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Valor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Total de registros del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6.054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Registros válidos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5.894  (97,4 %)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Registros inválidos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160  (2,6 %)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Total de errores detectados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240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Registros con 1 error / con 2 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80  /  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¿Por qué hay más errores (240) que registros inválidos (160)?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Un mismo registro puede fallar por más de un motivo a la vez.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Ejemplo: activación = "sin_dato" produce simultáneamente error de conversión Y error de rango.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80 registros con exactamente 1 error + 80 registros con exactamente 2 errores = 240 errores totales.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Errores controlados: nulos, texto no numérico, fuera de rango, fecha inválida, usuario/contexto inexistente, duplicados.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Procesamiento emocional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Valencia: qué tan positiva/negativa es la emoción (-1 a 1).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Activación: qué tan enérgica/activa es la emoción (-1 a 1).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Intensidad = raíz(valencia² + activación²)  → puede superar 1.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Intensidad normalizada = intensidad / raíz(2)  → rango aprox. 0 a 1.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Cuadrante: Centro / Positiva-Alta / Positiva-Baja / Negativa-Alta / Negativa-Baja (umbral centro = 0,30).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Etiqueta emocional: se asigna comparando cada registro contra los rangos de la tabla etiquetas_emocionales (cargados desde la BD, no fijos en el código).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Archivo final generado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evaluaciones_emocionales_extendidas.csv — 5.894 filas.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Columnas: id_evaluacion, id_registro, id_usuario, nombre, edad, genero, id_contexto,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origen, actividad, ubicacion, descripcion, fecha_hora, valencia, activacion,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comentario, intensidad, intensidad_normalizada, cuadrante, etiqueta_emocional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Contiene los registros afectivos ya interpretados y enriquecidos con usuario y contexto.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Distribución general de emociones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cion_emo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637201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</a:rPr>
              <a:t>Neutro (23,9 %) y Frustrado (17,6 %) son las etiquetas más frecuentes sobre 5.894 registros.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Dispersión valencia — activación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persion_valencia_activ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628783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</a:rPr>
              <a:t>Cada punto es un registro coloreado por etiqueta emocional; se observan los 8 grupos definidos por los rangos.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Análisis realizados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Emoción predominante por contexto → en todos los contextos analizados domina "Neutro".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Emoción predominante por usuario → 24 de 25 usuarios tienen a "Neutro" como predominante, 1 a "Frustrado".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Usuarios más inestables → varios estudiantes pasaron por las 8 etiquetas emocionales posibles.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Promedio de valencia/activación por etiqueta → "Frustrado" y "Entusiasta" son las de mayor intensidad promedio.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Contextos más negativos → ningún contexto muestra valencia marcadamente negativa (mínimo ≈ 0,004).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Distribución general de emociones → Neutro 23,9 %, Frustrado 17,6 %, Alerta 16,1 %, Calmo 15,5 %.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Resultados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Emociones más frecuentes: Neutro (23,9 %) y Frustrado (17,6 %).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Ningún contexto resultó marcadamente negativo; el más cercano fue "Trabajo en pares" (≈ neutro).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Un grupo de usuarios mostró alta variabilidad emocional (las 8 etiquetas posibles).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Mayor intensidad promedio: "Frustrado" (≈0,59) y "Entusiasta" (≈0,56), muy por encima de "Neutro" (≈0,15).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Conclusión general: clima mayormente neutro, con un 24,3 % combinado de frustración/tensión que amerita seguimiento.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Manejo de errores y decisiones técnicas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try/except: evita que errores esperables (conexión, lectura de archivo) corten el programa.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finally: garantiza el cierre de la conexión a la base de datos en todos los casos.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Separación de registros válidos e inválidos: permite auditar sin perder información ni afectar el análisis.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Módulos y funciones: separan responsabilidades, evitan repetir código y facilitan las pruebas.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pandas: simplifica leer, transformar, agrupar y exportar datos tabulares grandes.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El CSV original nunca se modifica: se preserva la trazabilidad de los datos de origen.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Limitaciones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Las etiquetas dependen de rangos predefinidos en la base de datos.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No se interpreta el contenido textual del comentario.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La validación de fecha no detecta fechas implausibles (se halló un caso con año 2099).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La clasificación en 8 etiquetas y 5 cuadrantes simplifica el espectro emocional real.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El análisis no reemplaza la interpretación docente o humana.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Mejoras futuras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Analizar el texto del comentario (palabras clave / sentimiento).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Agregar más gráficos comparativos entre usuarios o grupos de contextos.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Crear una interfaz (web o de escritorio) para explorar resultados sin usar la consola.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Guardar las evaluaciones generadas nuevamente en la base de datos.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Permitir configurar las etiquetas emocionales desde un formulario.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Detectar superposición de rangos entre etiquetas y agregar filtros interactivos por usuario/contexto/fecha.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Conclusión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Se construyó un pipeline completo que integra una base de datos relacional y un archivo CSV.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Sobre 6.054 registros crudos se aislaron 160 inválidos (8 tipos de error) y se interpretaron emocionalmente 5.894.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La limpieza y validación previa a cualquier análisis resultó un paso central, no secundario.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 El proyecto transforma datos numéricos abstractos (valencia, activación) en información interpretable y accionable.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